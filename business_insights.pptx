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CH20 – Air Quality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DS Sprint 2026 – Skill-Based Assessment 2</a:t>
            </a:r>
          </a:p>
          <a:p>
            <a:pPr>
              <a:spcAft>
                <a:spcPts val="1200"/>
              </a:spcAft>
              <a:defRPr sz="1600"/>
            </a:pPr>
            <a:r>
              <a:t>Objective: understand station and time patterns in measured air quality and communicate evidence-based actions.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Datasets and compatibility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Air quality: 108,035 timestamped records, 110 stations, 2015-01-01–2020-07-01.</a:t>
            </a:r>
          </a:p>
          <a:p>
            <a:pPr>
              <a:spcAft>
                <a:spcPts val="1200"/>
              </a:spcAft>
              <a:defRPr sz="1600"/>
            </a:pPr>
            <a:r>
              <a:t>Stations provides station metadata; calendar provides date attributes.</a:t>
            </a:r>
          </a:p>
          <a:p>
            <a:pPr>
              <a:spcAft>
                <a:spcPts val="1200"/>
              </a:spcAft>
              <a:defRPr sz="1600"/>
            </a:pPr>
            <a:r>
              <a:t>Weather and traffic are 2022–2024 and do not overlap air quality dates (2015–2020); no unsupported merge was made.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Methodology and 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Exact duplicate rows: none in the five supplied files.</a:t>
            </a:r>
          </a:p>
          <a:p>
            <a:pPr>
              <a:spcAft>
                <a:spcPts val="1200"/>
              </a:spcAft>
              <a:defRPr sz="1600"/>
            </a:pPr>
            <a:r>
              <a:t>AQI is present for 87,025 of 108,035 air-quality rows.</a:t>
            </a:r>
          </a:p>
          <a:p>
            <a:pPr>
              <a:spcAft>
                <a:spcPts val="1200"/>
              </a:spcAft>
              <a:defRPr sz="1600"/>
            </a:pPr>
            <a:r>
              <a:t>Dates were parsed safely; station IDs were trimmed and uppercased. Cleaned copies are saved in processed/.</a:t>
            </a:r>
          </a:p>
          <a:p>
            <a:pPr>
              <a:spcAft>
                <a:spcPts val="1200"/>
              </a:spcAft>
              <a:defRPr sz="1600"/>
            </a:pPr>
            <a:r>
              <a:t>Weather contains categorical conditions only; wind/rainfall measurements are unavailable.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Evidence from EDA</a:t>
            </a:r>
          </a:p>
        </p:txBody>
      </p:sp>
      <p:pic>
        <p:nvPicPr>
          <p:cNvPr id="3" name="Picture 2" descr="st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583680" cy="39502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23444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3. [Supported by data] Derived seasonal pattern: Winter has the highest mean AQI (243.48) and Summer the lowest (117.39); seasons are derived from timestamp month, not weather observations.</a:t>
            </a:r>
          </a:p>
          <a:p>
            <a:pPr>
              <a:spcAft>
                <a:spcPts val="1200"/>
              </a:spcAft>
              <a:defRPr sz="1600"/>
            </a:pPr>
            <a:r>
              <a:t>4. [Suggestive, not causal] Strongest absolute pollutant correlation with AQI in these records is PM10 (Pearson r=0.885). Correlation is not causation.</a:t>
            </a:r>
          </a:p>
          <a:p>
            <a:pPr>
              <a:spcAft>
                <a:spcPts val="1200"/>
              </a:spcAft>
              <a:defRPr sz="1600"/>
            </a:pPr>
            <a:r>
              <a:t>5. [Not assessable with supplied data] Wind, rainfall, temperature and humidity analyses were not performed because the weather file contains only categorical weather_condition and does not overlap the air-quality date range.</a:t>
            </a:r>
          </a:p>
          <a:p>
            <a:pPr>
              <a:spcAft>
                <a:spcPts val="1200"/>
              </a:spcAft>
              <a:defRPr sz="1600"/>
            </a:pPr>
            <a:r>
              <a:t>6. [Not assessable with supplied data] Traffic volume versus AQI was not performed because traffic has no AQI/station key and its dates (2022–2024) do not overlap air quality (2015–2020).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Machine-learning result</a:t>
            </a:r>
          </a:p>
        </p:txBody>
      </p:sp>
      <p:pic>
        <p:nvPicPr>
          <p:cNvPr id="3" name="Picture 2" descr="model_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58368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23444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Random Forest estimation: MAE=17.46, RMSE=26.97, R²=0.902.</a:t>
            </a:r>
          </a:p>
          <a:p>
            <a:pPr>
              <a:spcAft>
                <a:spcPts val="1200"/>
              </a:spcAft>
              <a:defRPr sz="1600"/>
            </a:pPr>
            <a:r>
              <a:t>Training-mean baseline: MAE=93.95, RMSE=105.32, R²=-0.492.</a:t>
            </a:r>
          </a:p>
          <a:p>
            <a:pPr>
              <a:spcAft>
                <a:spcPts val="1200"/>
              </a:spcAft>
              <a:defRPr sz="1600"/>
            </a:pPr>
            <a:r>
              <a:t>This is same-record AQI estimation from pollutant readings, not a future forecast.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Prioritize monitoring and investigation at stations with persistently higher mean AQI.</a:t>
            </a:r>
          </a:p>
          <a:p>
            <a:pPr>
              <a:spcAft>
                <a:spcPts val="1200"/>
              </a:spcAft>
              <a:defRPr sz="1600"/>
            </a:pPr>
            <a:r>
              <a:t>Use the seasonal and monthly patterns to plan intensified monitoring and public advisories.</a:t>
            </a:r>
          </a:p>
          <a:p>
            <a:pPr>
              <a:spcAft>
                <a:spcPts val="1200"/>
              </a:spcAft>
              <a:defRPr sz="1600"/>
            </a:pPr>
            <a:r>
              <a:t>Collect weather measurements and station-linked traffic data in the same time window before claiming causal effects.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Conclusion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The strongest defensible results come from station and time analysis within the air-quality dataset.</a:t>
            </a:r>
          </a:p>
          <a:p>
            <a:pPr>
              <a:spcAft>
                <a:spcPts val="1200"/>
              </a:spcAft>
              <a:defRPr sz="1600"/>
            </a:pPr>
            <a:r>
              <a:t>Traffic and weather relationships remain untested because the supplied datasets are temporally and structurally incompatible.</a:t>
            </a:r>
          </a:p>
          <a:p>
            <a:pPr>
              <a:spcAft>
                <a:spcPts val="1200"/>
              </a:spcAft>
              <a:defRPr sz="1600"/>
            </a:pPr>
            <a:r>
              <a:t>Interpret pollutant/AQI relationships as associations; AQI is derived from pollutant measurements.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